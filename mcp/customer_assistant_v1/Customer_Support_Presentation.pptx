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75424E-B727-4102-85DF-C37E9AB689BC}" v="1" dt="2025-12-10T06:52:25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Kulkarni" userId="b12d7072-ddfc-486f-9840-689456f2e687" providerId="ADAL" clId="{F3261FE9-70A0-4842-AEFF-D8A2F82B5340}"/>
    <pc:docChg chg="custSel modSld">
      <pc:chgData name="Pavan Kulkarni" userId="b12d7072-ddfc-486f-9840-689456f2e687" providerId="ADAL" clId="{F3261FE9-70A0-4842-AEFF-D8A2F82B5340}" dt="2025-12-10T06:53:17.220" v="69" actId="113"/>
      <pc:docMkLst>
        <pc:docMk/>
      </pc:docMkLst>
      <pc:sldChg chg="addSp delSp modSp mod">
        <pc:chgData name="Pavan Kulkarni" userId="b12d7072-ddfc-486f-9840-689456f2e687" providerId="ADAL" clId="{F3261FE9-70A0-4842-AEFF-D8A2F82B5340}" dt="2025-12-10T06:51:20.926" v="55" actId="26606"/>
        <pc:sldMkLst>
          <pc:docMk/>
          <pc:sldMk cId="0" sldId="256"/>
        </pc:sldMkLst>
        <pc:spChg chg="mod ord">
          <ac:chgData name="Pavan Kulkarni" userId="b12d7072-ddfc-486f-9840-689456f2e687" providerId="ADAL" clId="{F3261FE9-70A0-4842-AEFF-D8A2F82B5340}" dt="2025-12-10T06:51:20.926" v="55" actId="26606"/>
          <ac:spMkLst>
            <pc:docMk/>
            <pc:sldMk cId="0" sldId="256"/>
            <ac:spMk id="2" creationId="{00000000-0000-0000-0000-000000000000}"/>
          </ac:spMkLst>
        </pc:spChg>
        <pc:spChg chg="del">
          <ac:chgData name="Pavan Kulkarni" userId="b12d7072-ddfc-486f-9840-689456f2e687" providerId="ADAL" clId="{F3261FE9-70A0-4842-AEFF-D8A2F82B5340}" dt="2025-12-10T06:45:28.253" v="0" actId="21"/>
          <ac:spMkLst>
            <pc:docMk/>
            <pc:sldMk cId="0" sldId="256"/>
            <ac:spMk id="3" creationId="{00000000-0000-0000-0000-000000000000}"/>
          </ac:spMkLst>
        </pc:spChg>
        <pc:spChg chg="del">
          <ac:chgData name="Pavan Kulkarni" userId="b12d7072-ddfc-486f-9840-689456f2e687" providerId="ADAL" clId="{F3261FE9-70A0-4842-AEFF-D8A2F82B5340}" dt="2025-12-10T06:50:54.456" v="54" actId="26606"/>
          <ac:spMkLst>
            <pc:docMk/>
            <pc:sldMk cId="0" sldId="256"/>
            <ac:spMk id="8" creationId="{577D6B2E-37A3-429E-A37C-F30ED6487282}"/>
          </ac:spMkLst>
        </pc:spChg>
        <pc:spChg chg="del">
          <ac:chgData name="Pavan Kulkarni" userId="b12d7072-ddfc-486f-9840-689456f2e687" providerId="ADAL" clId="{F3261FE9-70A0-4842-AEFF-D8A2F82B5340}" dt="2025-12-10T06:50:54.456" v="54" actId="26606"/>
          <ac:spMkLst>
            <pc:docMk/>
            <pc:sldMk cId="0" sldId="256"/>
            <ac:spMk id="10" creationId="{5CEAD642-85CF-4750-8432-7C80C901F001}"/>
          </ac:spMkLst>
        </pc:spChg>
        <pc:spChg chg="del">
          <ac:chgData name="Pavan Kulkarni" userId="b12d7072-ddfc-486f-9840-689456f2e687" providerId="ADAL" clId="{F3261FE9-70A0-4842-AEFF-D8A2F82B5340}" dt="2025-12-10T06:50:54.456" v="54" actId="26606"/>
          <ac:spMkLst>
            <pc:docMk/>
            <pc:sldMk cId="0" sldId="256"/>
            <ac:spMk id="12" creationId="{FA33EEAE-15D5-4119-8C1E-89D943F911EF}"/>
          </ac:spMkLst>
        </pc:spChg>
        <pc:spChg chg="del">
          <ac:chgData name="Pavan Kulkarni" userId="b12d7072-ddfc-486f-9840-689456f2e687" providerId="ADAL" clId="{F3261FE9-70A0-4842-AEFF-D8A2F82B5340}" dt="2025-12-10T06:50:54.456" v="54" actId="26606"/>
          <ac:spMkLst>
            <pc:docMk/>
            <pc:sldMk cId="0" sldId="256"/>
            <ac:spMk id="14" creationId="{730D8B3B-9B80-4025-B934-26DC7D7CD231}"/>
          </ac:spMkLst>
        </pc:spChg>
        <pc:spChg chg="del">
          <ac:chgData name="Pavan Kulkarni" userId="b12d7072-ddfc-486f-9840-689456f2e687" providerId="ADAL" clId="{F3261FE9-70A0-4842-AEFF-D8A2F82B5340}" dt="2025-12-10T06:50:54.456" v="54" actId="26606"/>
          <ac:spMkLst>
            <pc:docMk/>
            <pc:sldMk cId="0" sldId="256"/>
            <ac:spMk id="16" creationId="{1064D5D5-227B-4F66-9AEA-46F570E793BD}"/>
          </ac:spMkLst>
        </pc:spChg>
        <pc:spChg chg="del">
          <ac:chgData name="Pavan Kulkarni" userId="b12d7072-ddfc-486f-9840-689456f2e687" providerId="ADAL" clId="{F3261FE9-70A0-4842-AEFF-D8A2F82B5340}" dt="2025-12-10T06:50:54.456" v="54" actId="26606"/>
          <ac:spMkLst>
            <pc:docMk/>
            <pc:sldMk cId="0" sldId="256"/>
            <ac:spMk id="18" creationId="{646B67A4-D328-4747-A82B-65E84FA46368}"/>
          </ac:spMkLst>
        </pc:spChg>
        <pc:spChg chg="del">
          <ac:chgData name="Pavan Kulkarni" userId="b12d7072-ddfc-486f-9840-689456f2e687" providerId="ADAL" clId="{F3261FE9-70A0-4842-AEFF-D8A2F82B5340}" dt="2025-12-10T06:50:54.456" v="54" actId="26606"/>
          <ac:spMkLst>
            <pc:docMk/>
            <pc:sldMk cId="0" sldId="256"/>
            <ac:spMk id="20" creationId="{B5A1B09C-1565-46F8-B70F-621C5EB48A09}"/>
          </ac:spMkLst>
        </pc:spChg>
        <pc:spChg chg="del">
          <ac:chgData name="Pavan Kulkarni" userId="b12d7072-ddfc-486f-9840-689456f2e687" providerId="ADAL" clId="{F3261FE9-70A0-4842-AEFF-D8A2F82B5340}" dt="2025-12-10T06:50:54.456" v="54" actId="26606"/>
          <ac:spMkLst>
            <pc:docMk/>
            <pc:sldMk cId="0" sldId="256"/>
            <ac:spMk id="22" creationId="{8C516CC8-80AC-446C-A56E-9F54B7210402}"/>
          </ac:spMkLst>
        </pc:spChg>
        <pc:spChg chg="del">
          <ac:chgData name="Pavan Kulkarni" userId="b12d7072-ddfc-486f-9840-689456f2e687" providerId="ADAL" clId="{F3261FE9-70A0-4842-AEFF-D8A2F82B5340}" dt="2025-12-10T06:51:20.926" v="55" actId="26606"/>
          <ac:spMkLst>
            <pc:docMk/>
            <pc:sldMk cId="0" sldId="256"/>
            <ac:spMk id="28" creationId="{676A1B86-DC99-46B9-B5AA-A7E928EA9CF7}"/>
          </ac:spMkLst>
        </pc:spChg>
        <pc:spChg chg="add del">
          <ac:chgData name="Pavan Kulkarni" userId="b12d7072-ddfc-486f-9840-689456f2e687" providerId="ADAL" clId="{F3261FE9-70A0-4842-AEFF-D8A2F82B5340}" dt="2025-12-10T06:51:20.926" v="55" actId="26606"/>
          <ac:spMkLst>
            <pc:docMk/>
            <pc:sldMk cId="0" sldId="256"/>
            <ac:spMk id="30" creationId="{E9304FFE-74E9-4316-B822-F35A685E2D09}"/>
          </ac:spMkLst>
        </pc:spChg>
        <pc:spChg chg="add">
          <ac:chgData name="Pavan Kulkarni" userId="b12d7072-ddfc-486f-9840-689456f2e687" providerId="ADAL" clId="{F3261FE9-70A0-4842-AEFF-D8A2F82B5340}" dt="2025-12-10T06:51:20.926" v="55" actId="26606"/>
          <ac:spMkLst>
            <pc:docMk/>
            <pc:sldMk cId="0" sldId="256"/>
            <ac:spMk id="35" creationId="{6CCA5F87-1D1E-45CB-8D83-FC7EEFAD9935}"/>
          </ac:spMkLst>
        </pc:spChg>
        <pc:spChg chg="add">
          <ac:chgData name="Pavan Kulkarni" userId="b12d7072-ddfc-486f-9840-689456f2e687" providerId="ADAL" clId="{F3261FE9-70A0-4842-AEFF-D8A2F82B5340}" dt="2025-12-10T06:51:20.926" v="55" actId="26606"/>
          <ac:spMkLst>
            <pc:docMk/>
            <pc:sldMk cId="0" sldId="256"/>
            <ac:spMk id="37" creationId="{7CCFC2C6-6238-4A2F-93DE-2ADF74AF635E}"/>
          </ac:spMkLst>
        </pc:spChg>
        <pc:spChg chg="add">
          <ac:chgData name="Pavan Kulkarni" userId="b12d7072-ddfc-486f-9840-689456f2e687" providerId="ADAL" clId="{F3261FE9-70A0-4842-AEFF-D8A2F82B5340}" dt="2025-12-10T06:51:20.926" v="55" actId="26606"/>
          <ac:spMkLst>
            <pc:docMk/>
            <pc:sldMk cId="0" sldId="256"/>
            <ac:spMk id="39" creationId="{AF2F604E-43BE-4DC3-B983-E071523364F8}"/>
          </ac:spMkLst>
        </pc:spChg>
        <pc:spChg chg="add">
          <ac:chgData name="Pavan Kulkarni" userId="b12d7072-ddfc-486f-9840-689456f2e687" providerId="ADAL" clId="{F3261FE9-70A0-4842-AEFF-D8A2F82B5340}" dt="2025-12-10T06:51:20.926" v="55" actId="26606"/>
          <ac:spMkLst>
            <pc:docMk/>
            <pc:sldMk cId="0" sldId="256"/>
            <ac:spMk id="41" creationId="{08C9B587-E65E-4B52-B37C-ABEBB6E87928}"/>
          </ac:spMkLst>
        </pc:spChg>
        <pc:picChg chg="mod">
          <ac:chgData name="Pavan Kulkarni" userId="b12d7072-ddfc-486f-9840-689456f2e687" providerId="ADAL" clId="{F3261FE9-70A0-4842-AEFF-D8A2F82B5340}" dt="2025-12-10T06:51:20.926" v="55" actId="26606"/>
          <ac:picMkLst>
            <pc:docMk/>
            <pc:sldMk cId="0" sldId="256"/>
            <ac:picMk id="24" creationId="{83B93E7A-C554-137D-7601-51064F95D899}"/>
          </ac:picMkLst>
        </pc:picChg>
      </pc:sldChg>
      <pc:sldChg chg="modSp mod">
        <pc:chgData name="Pavan Kulkarni" userId="b12d7072-ddfc-486f-9840-689456f2e687" providerId="ADAL" clId="{F3261FE9-70A0-4842-AEFF-D8A2F82B5340}" dt="2025-12-10T06:50:21.147" v="53" actId="1076"/>
        <pc:sldMkLst>
          <pc:docMk/>
          <pc:sldMk cId="0" sldId="257"/>
        </pc:sldMkLst>
        <pc:spChg chg="mod">
          <ac:chgData name="Pavan Kulkarni" userId="b12d7072-ddfc-486f-9840-689456f2e687" providerId="ADAL" clId="{F3261FE9-70A0-4842-AEFF-D8A2F82B5340}" dt="2025-12-10T06:50:21.147" v="53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Pavan Kulkarni" userId="b12d7072-ddfc-486f-9840-689456f2e687" providerId="ADAL" clId="{F3261FE9-70A0-4842-AEFF-D8A2F82B5340}" dt="2025-12-10T06:46:28.587" v="7" actId="1076"/>
        <pc:sldMkLst>
          <pc:docMk/>
          <pc:sldMk cId="0" sldId="259"/>
        </pc:sldMkLst>
        <pc:spChg chg="mod">
          <ac:chgData name="Pavan Kulkarni" userId="b12d7072-ddfc-486f-9840-689456f2e687" providerId="ADAL" clId="{F3261FE9-70A0-4842-AEFF-D8A2F82B5340}" dt="2025-12-10T06:46:28.587" v="7" actId="1076"/>
          <ac:spMkLst>
            <pc:docMk/>
            <pc:sldMk cId="0" sldId="259"/>
            <ac:spMk id="3" creationId="{00000000-0000-0000-0000-000000000000}"/>
          </ac:spMkLst>
        </pc:spChg>
      </pc:sldChg>
      <pc:sldChg chg="addSp modSp mod">
        <pc:chgData name="Pavan Kulkarni" userId="b12d7072-ddfc-486f-9840-689456f2e687" providerId="ADAL" clId="{F3261FE9-70A0-4842-AEFF-D8A2F82B5340}" dt="2025-12-10T06:53:17.220" v="69" actId="113"/>
        <pc:sldMkLst>
          <pc:docMk/>
          <pc:sldMk cId="0" sldId="260"/>
        </pc:sldMkLst>
        <pc:spChg chg="mod">
          <ac:chgData name="Pavan Kulkarni" userId="b12d7072-ddfc-486f-9840-689456f2e687" providerId="ADAL" clId="{F3261FE9-70A0-4842-AEFF-D8A2F82B5340}" dt="2025-12-10T06:53:17.220" v="69" actId="113"/>
          <ac:spMkLst>
            <pc:docMk/>
            <pc:sldMk cId="0" sldId="260"/>
            <ac:spMk id="2" creationId="{00000000-0000-0000-0000-000000000000}"/>
          </ac:spMkLst>
        </pc:spChg>
        <pc:spChg chg="mod">
          <ac:chgData name="Pavan Kulkarni" userId="b12d7072-ddfc-486f-9840-689456f2e687" providerId="ADAL" clId="{F3261FE9-70A0-4842-AEFF-D8A2F82B5340}" dt="2025-12-10T06:47:54.035" v="28" actId="113"/>
          <ac:spMkLst>
            <pc:docMk/>
            <pc:sldMk cId="0" sldId="260"/>
            <ac:spMk id="3" creationId="{00000000-0000-0000-0000-000000000000}"/>
          </ac:spMkLst>
        </pc:spChg>
        <pc:picChg chg="mod">
          <ac:chgData name="Pavan Kulkarni" userId="b12d7072-ddfc-486f-9840-689456f2e687" providerId="ADAL" clId="{F3261FE9-70A0-4842-AEFF-D8A2F82B5340}" dt="2025-12-10T06:52:35.961" v="63" actId="14100"/>
          <ac:picMkLst>
            <pc:docMk/>
            <pc:sldMk cId="0" sldId="260"/>
            <ac:picMk id="4" creationId="{00000000-0000-0000-0000-000000000000}"/>
          </ac:picMkLst>
        </pc:picChg>
        <pc:picChg chg="add mod">
          <ac:chgData name="Pavan Kulkarni" userId="b12d7072-ddfc-486f-9840-689456f2e687" providerId="ADAL" clId="{F3261FE9-70A0-4842-AEFF-D8A2F82B5340}" dt="2025-12-10T06:52:44.561" v="65" actId="14100"/>
          <ac:picMkLst>
            <pc:docMk/>
            <pc:sldMk cId="0" sldId="260"/>
            <ac:picMk id="6" creationId="{0ECE7BF8-4625-B096-97BB-93113F381F76}"/>
          </ac:picMkLst>
        </pc:picChg>
      </pc:sldChg>
      <pc:sldChg chg="modSp mod">
        <pc:chgData name="Pavan Kulkarni" userId="b12d7072-ddfc-486f-9840-689456f2e687" providerId="ADAL" clId="{F3261FE9-70A0-4842-AEFF-D8A2F82B5340}" dt="2025-12-10T06:49:16.029" v="32" actId="113"/>
        <pc:sldMkLst>
          <pc:docMk/>
          <pc:sldMk cId="0" sldId="264"/>
        </pc:sldMkLst>
        <pc:spChg chg="mod">
          <ac:chgData name="Pavan Kulkarni" userId="b12d7072-ddfc-486f-9840-689456f2e687" providerId="ADAL" clId="{F3261FE9-70A0-4842-AEFF-D8A2F82B5340}" dt="2025-12-10T06:49:16.029" v="32" actId="11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Pavan Kulkarni" userId="b12d7072-ddfc-486f-9840-689456f2e687" providerId="ADAL" clId="{F3261FE9-70A0-4842-AEFF-D8A2F82B5340}" dt="2025-12-10T06:49:51.690" v="50" actId="113"/>
        <pc:sldMkLst>
          <pc:docMk/>
          <pc:sldMk cId="0" sldId="265"/>
        </pc:sldMkLst>
        <pc:spChg chg="mod">
          <ac:chgData name="Pavan Kulkarni" userId="b12d7072-ddfc-486f-9840-689456f2e687" providerId="ADAL" clId="{F3261FE9-70A0-4842-AEFF-D8A2F82B5340}" dt="2025-12-10T06:49:51.690" v="50" actId="113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Robot operating a machine">
            <a:extLst>
              <a:ext uri="{FF2B5EF4-FFF2-40B4-BE49-F238E27FC236}">
                <a16:creationId xmlns:a16="http://schemas.microsoft.com/office/drawing/2014/main" id="{83B93E7A-C554-137D-7601-51064F95D8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88" r="4469" b="9092"/>
          <a:stretch>
            <a:fillRect/>
          </a:stretch>
        </p:blipFill>
        <p:spPr>
          <a:xfrm>
            <a:off x="20" y="10"/>
            <a:ext cx="6501364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3739" y="0"/>
            <a:ext cx="6360260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6450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IN" sz="4200"/>
              <a:t>AI-Powered Customer Support System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796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8736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What This Solution Does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3359" y="2015891"/>
            <a:ext cx="5243750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b="1" dirty="0"/>
              <a:t>Provides instant customer support powered by AI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Understands user queries and accesses real order data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Fetches product, order, and policy information automatically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Improves customer experience with fast, accurate responses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EED95-CF18-66F1-6D70-165EE36E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workflow&#10;&#10;AI-generated content may be incorrect.">
            <a:extLst>
              <a:ext uri="{FF2B5EF4-FFF2-40B4-BE49-F238E27FC236}">
                <a16:creationId xmlns:a16="http://schemas.microsoft.com/office/drawing/2014/main" id="{07B00097-55E5-0E53-5322-F8122A759F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0722" y="1494392"/>
            <a:ext cx="5410962" cy="384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12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How Users Experience the System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4917" y="319088"/>
            <a:ext cx="5547262" cy="5023391"/>
          </a:xfrm>
        </p:spPr>
        <p:txBody>
          <a:bodyPr anchor="ctr">
            <a:normAutofit/>
          </a:bodyPr>
          <a:lstStyle/>
          <a:p>
            <a:r>
              <a:rPr sz="2000" dirty="0"/>
              <a:t>Customer logs in → system recognizes them</a:t>
            </a:r>
          </a:p>
          <a:p>
            <a:pPr lvl="1"/>
            <a:r>
              <a:rPr sz="2000" dirty="0"/>
              <a:t>User asks: “What is my latest order?”</a:t>
            </a:r>
          </a:p>
          <a:p>
            <a:pPr lvl="1"/>
            <a:r>
              <a:rPr sz="2000" dirty="0"/>
              <a:t>AI automatically knows their Customer ID</a:t>
            </a:r>
          </a:p>
          <a:p>
            <a:pPr lvl="1"/>
            <a:r>
              <a:rPr sz="2000" dirty="0"/>
              <a:t>AI retrieves the latest order from Snowflake</a:t>
            </a:r>
          </a:p>
          <a:p>
            <a:pPr lvl="1"/>
            <a:r>
              <a:rPr sz="2000" dirty="0"/>
              <a:t>Clear, friendly response is shown instantly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IN" sz="2400" b="1" dirty="0"/>
              <a:t>Chat Experience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857" y="2718054"/>
            <a:ext cx="3697114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UI showing conversational support</a:t>
            </a:r>
          </a:p>
          <a:p>
            <a:pPr lvl="1"/>
            <a:r>
              <a:rPr lang="en-US" sz="1800" dirty="0"/>
              <a:t>AI responds with delivery dates, return eligibility, etc.</a:t>
            </a:r>
          </a:p>
        </p:txBody>
      </p:sp>
      <p:pic>
        <p:nvPicPr>
          <p:cNvPr id="4" name="Picture 3" descr="Screenshot 2025-12-08 1314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204" y="3559629"/>
            <a:ext cx="5485282" cy="320726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CE7BF8-4625-B096-97BB-93113F381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204" y="221741"/>
            <a:ext cx="5485282" cy="32072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How the System Ensures Accuracy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0" y="591344"/>
            <a:ext cx="5878285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AI uses your real company data — no guessing</a:t>
            </a:r>
          </a:p>
          <a:p>
            <a:pPr lvl="1"/>
            <a:r>
              <a:rPr lang="en-US" dirty="0"/>
              <a:t>Product ID is cross‑checked with Product Name</a:t>
            </a:r>
          </a:p>
          <a:p>
            <a:pPr lvl="1"/>
            <a:r>
              <a:rPr lang="en-US" dirty="0"/>
              <a:t>Policies are fetched directly from your knowledge base</a:t>
            </a:r>
          </a:p>
          <a:p>
            <a:pPr lvl="1"/>
            <a:r>
              <a:rPr lang="en-US" dirty="0"/>
              <a:t>Order and product information always come from Snowflake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Example Customer Scenario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User: 'Can I return my washing machine?'</a:t>
            </a:r>
          </a:p>
          <a:p>
            <a:pPr lvl="1"/>
            <a:r>
              <a:t>AI checks delivery date, order status, and policies</a:t>
            </a:r>
          </a:p>
          <a:p>
            <a:pPr lvl="1"/>
            <a:r>
              <a:t>AI determines return eligibility</a:t>
            </a:r>
          </a:p>
          <a:p>
            <a:pPr lvl="1"/>
            <a:r>
              <a:t>AI explains steps and provides customer service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4454" y="1526033"/>
            <a:ext cx="4957010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b="1" dirty="0"/>
              <a:t>Reduces workload on customer support teams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Fast response = higher customer satisfaction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Accurate answers reduce escalations and repeated queries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Improves efficiency without changing backend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4454" y="1935041"/>
            <a:ext cx="5617028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b="1" dirty="0"/>
              <a:t>AI assistant provides real-time customer support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Fully integrated with Snowflake and your policy documents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Business-friendly design and scalable architecture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Ready for deployment across customer experience channels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227</Words>
  <Application>Microsoft Office PowerPoint</Application>
  <PresentationFormat>On-screen Show (4:3)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AI-Powered Customer Support System</vt:lpstr>
      <vt:lpstr>What This Solution Does</vt:lpstr>
      <vt:lpstr>Architecture </vt:lpstr>
      <vt:lpstr>How Users Experience the System</vt:lpstr>
      <vt:lpstr>Chat Experience </vt:lpstr>
      <vt:lpstr>How the System Ensures Accuracy</vt:lpstr>
      <vt:lpstr>Example Customer Scenario</vt:lpstr>
      <vt:lpstr>Business Impact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Pavan Kulkarni</dc:creator>
  <cp:keywords/>
  <dc:description>generated using python-pptx</dc:description>
  <cp:lastModifiedBy>Pavan Kulkarni</cp:lastModifiedBy>
  <cp:revision>2</cp:revision>
  <dcterms:created xsi:type="dcterms:W3CDTF">2013-01-27T09:14:16Z</dcterms:created>
  <dcterms:modified xsi:type="dcterms:W3CDTF">2025-12-10T06:53:19Z</dcterms:modified>
  <cp:category/>
</cp:coreProperties>
</file>