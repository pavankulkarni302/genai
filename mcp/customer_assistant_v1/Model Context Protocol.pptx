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544DA-CF3A-4F30-AD8F-1DC57A89F191}" v="19" dt="2025-11-18T06:27:55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Kulkarni" userId="b12d7072-ddfc-486f-9840-689456f2e687" providerId="ADAL" clId="{F3261FE9-70A0-4842-AEFF-D8A2F82B5340}"/>
    <pc:docChg chg="undo custSel addSld modSld sldOrd">
      <pc:chgData name="Pavan Kulkarni" userId="b12d7072-ddfc-486f-9840-689456f2e687" providerId="ADAL" clId="{F3261FE9-70A0-4842-AEFF-D8A2F82B5340}" dt="2025-12-08T09:11:21.724" v="185"/>
      <pc:docMkLst>
        <pc:docMk/>
      </pc:docMkLst>
      <pc:sldChg chg="addSp delSp modSp mod ord">
        <pc:chgData name="Pavan Kulkarni" userId="b12d7072-ddfc-486f-9840-689456f2e687" providerId="ADAL" clId="{F3261FE9-70A0-4842-AEFF-D8A2F82B5340}" dt="2025-12-08T09:11:21.724" v="185"/>
        <pc:sldMkLst>
          <pc:docMk/>
          <pc:sldMk cId="3157683387" sldId="256"/>
        </pc:sldMkLst>
        <pc:spChg chg="mod">
          <ac:chgData name="Pavan Kulkarni" userId="b12d7072-ddfc-486f-9840-689456f2e687" providerId="ADAL" clId="{F3261FE9-70A0-4842-AEFF-D8A2F82B5340}" dt="2025-11-18T06:28:38.848" v="182" actId="26606"/>
          <ac:spMkLst>
            <pc:docMk/>
            <pc:sldMk cId="3157683387" sldId="256"/>
            <ac:spMk id="2" creationId="{D73C105A-301F-5CCC-00DF-A1E94D24661B}"/>
          </ac:spMkLst>
        </pc:spChg>
        <pc:spChg chg="add">
          <ac:chgData name="Pavan Kulkarni" userId="b12d7072-ddfc-486f-9840-689456f2e687" providerId="ADAL" clId="{F3261FE9-70A0-4842-AEFF-D8A2F82B5340}" dt="2025-11-18T06:28:38.851" v="183" actId="26606"/>
          <ac:spMkLst>
            <pc:docMk/>
            <pc:sldMk cId="3157683387" sldId="256"/>
            <ac:spMk id="1050" creationId="{6753252F-4873-4F63-801D-CC719279A7D5}"/>
          </ac:spMkLst>
        </pc:spChg>
        <pc:spChg chg="add">
          <ac:chgData name="Pavan Kulkarni" userId="b12d7072-ddfc-486f-9840-689456f2e687" providerId="ADAL" clId="{F3261FE9-70A0-4842-AEFF-D8A2F82B5340}" dt="2025-11-18T06:28:38.851" v="183" actId="26606"/>
          <ac:spMkLst>
            <pc:docMk/>
            <pc:sldMk cId="3157683387" sldId="256"/>
            <ac:spMk id="1055" creationId="{047C8CCB-F95D-4249-92DD-651249D3535A}"/>
          </ac:spMkLst>
        </pc:spChg>
        <pc:picChg chg="mod">
          <ac:chgData name="Pavan Kulkarni" userId="b12d7072-ddfc-486f-9840-689456f2e687" providerId="ADAL" clId="{F3261FE9-70A0-4842-AEFF-D8A2F82B5340}" dt="2025-11-18T06:28:38.851" v="183" actId="26606"/>
          <ac:picMkLst>
            <pc:docMk/>
            <pc:sldMk cId="3157683387" sldId="256"/>
            <ac:picMk id="1026" creationId="{D8DBCB0A-6B6E-6FF8-6E4F-6128B57D5D73}"/>
          </ac:picMkLst>
        </pc:picChg>
      </pc:sldChg>
      <pc:sldChg chg="addSp delSp modSp new mod ord setBg">
        <pc:chgData name="Pavan Kulkarni" userId="b12d7072-ddfc-486f-9840-689456f2e687" providerId="ADAL" clId="{F3261FE9-70A0-4842-AEFF-D8A2F82B5340}" dt="2025-11-18T06:28:02.814" v="178" actId="20577"/>
        <pc:sldMkLst>
          <pc:docMk/>
          <pc:sldMk cId="2336520216" sldId="257"/>
        </pc:sldMkLst>
        <pc:spChg chg="mod">
          <ac:chgData name="Pavan Kulkarni" userId="b12d7072-ddfc-486f-9840-689456f2e687" providerId="ADAL" clId="{F3261FE9-70A0-4842-AEFF-D8A2F82B5340}" dt="2025-11-18T06:26:56.278" v="66" actId="26606"/>
          <ac:spMkLst>
            <pc:docMk/>
            <pc:sldMk cId="2336520216" sldId="257"/>
            <ac:spMk id="2" creationId="{BC2D593D-6A09-970C-08FA-C2C1D8349077}"/>
          </ac:spMkLst>
        </pc:spChg>
        <pc:spChg chg="add">
          <ac:chgData name="Pavan Kulkarni" userId="b12d7072-ddfc-486f-9840-689456f2e687" providerId="ADAL" clId="{F3261FE9-70A0-4842-AEFF-D8A2F82B5340}" dt="2025-11-18T06:27:10.608" v="67" actId="26606"/>
          <ac:spMkLst>
            <pc:docMk/>
            <pc:sldMk cId="2336520216" sldId="257"/>
            <ac:spMk id="49" creationId="{BACC6370-2D7E-4714-9D71-7542949D7D5D}"/>
          </ac:spMkLst>
        </pc:spChg>
        <pc:spChg chg="add">
          <ac:chgData name="Pavan Kulkarni" userId="b12d7072-ddfc-486f-9840-689456f2e687" providerId="ADAL" clId="{F3261FE9-70A0-4842-AEFF-D8A2F82B5340}" dt="2025-11-18T06:27:10.608" v="67" actId="26606"/>
          <ac:spMkLst>
            <pc:docMk/>
            <pc:sldMk cId="2336520216" sldId="257"/>
            <ac:spMk id="51" creationId="{F68B3F68-107C-434F-AA38-110D5EA91B85}"/>
          </ac:spMkLst>
        </pc:spChg>
        <pc:spChg chg="add">
          <ac:chgData name="Pavan Kulkarni" userId="b12d7072-ddfc-486f-9840-689456f2e687" providerId="ADAL" clId="{F3261FE9-70A0-4842-AEFF-D8A2F82B5340}" dt="2025-11-18T06:27:10.608" v="67" actId="26606"/>
          <ac:spMkLst>
            <pc:docMk/>
            <pc:sldMk cId="2336520216" sldId="257"/>
            <ac:spMk id="53" creationId="{AAD0DBB9-1A4B-4391-81D4-CB19F9AB918A}"/>
          </ac:spMkLst>
        </pc:spChg>
        <pc:spChg chg="add">
          <ac:chgData name="Pavan Kulkarni" userId="b12d7072-ddfc-486f-9840-689456f2e687" providerId="ADAL" clId="{F3261FE9-70A0-4842-AEFF-D8A2F82B5340}" dt="2025-11-18T06:27:10.608" v="67" actId="26606"/>
          <ac:spMkLst>
            <pc:docMk/>
            <pc:sldMk cId="2336520216" sldId="257"/>
            <ac:spMk id="55" creationId="{063BBA22-50EA-4C4D-BE05-F1CE4E63AA56}"/>
          </ac:spMkLst>
        </pc:spChg>
        <pc:graphicFrameChg chg="add mod modGraphic">
          <ac:chgData name="Pavan Kulkarni" userId="b12d7072-ddfc-486f-9840-689456f2e687" providerId="ADAL" clId="{F3261FE9-70A0-4842-AEFF-D8A2F82B5340}" dt="2025-11-18T06:28:02.814" v="178" actId="20577"/>
          <ac:graphicFrameMkLst>
            <pc:docMk/>
            <pc:sldMk cId="2336520216" sldId="257"/>
            <ac:graphicFrameMk id="22" creationId="{897E23A5-E209-97C4-1FE1-1D9761C7784A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758365-B2A0-4FFC-87D2-8793CE85D2B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1929B2C-0FCC-4230-B9BF-9A87951D28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MCP is an open-source standard designed to connect AI applications.</a:t>
          </a:r>
          <a:endParaRPr lang="en-US" dirty="0"/>
        </a:p>
      </dgm:t>
    </dgm:pt>
    <dgm:pt modelId="{49782F94-3426-4F86-8212-599AF917B443}" type="parTrans" cxnId="{75614D1A-6ADF-43A8-8019-7DF24C255899}">
      <dgm:prSet/>
      <dgm:spPr/>
      <dgm:t>
        <a:bodyPr/>
        <a:lstStyle/>
        <a:p>
          <a:endParaRPr lang="en-US"/>
        </a:p>
      </dgm:t>
    </dgm:pt>
    <dgm:pt modelId="{6E238D1A-B78E-4F44-9B71-2ABCA221DA24}" type="sibTrans" cxnId="{75614D1A-6ADF-43A8-8019-7DF24C2558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74A9AE-A5FF-4877-B923-5AF84633FE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Analogy: MCP is like a USB-C port for AI applications.</a:t>
          </a:r>
          <a:endParaRPr lang="en-US" dirty="0"/>
        </a:p>
      </dgm:t>
    </dgm:pt>
    <dgm:pt modelId="{8CA71D8E-BCBE-47BC-818F-15AD4CD87BE3}" type="parTrans" cxnId="{398BE505-B1DA-4062-9EEE-0EE169191995}">
      <dgm:prSet/>
      <dgm:spPr/>
      <dgm:t>
        <a:bodyPr/>
        <a:lstStyle/>
        <a:p>
          <a:endParaRPr lang="en-US"/>
        </a:p>
      </dgm:t>
    </dgm:pt>
    <dgm:pt modelId="{3544597A-6CA4-4269-BCBC-77844D7C05BB}" type="sibTrans" cxnId="{398BE505-B1DA-4062-9EEE-0EE16919199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EE7638-DBE2-46C1-9A87-A4841BFB91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Enables AI apps to access:</a:t>
          </a:r>
          <a:endParaRPr lang="en-US"/>
        </a:p>
      </dgm:t>
    </dgm:pt>
    <dgm:pt modelId="{48380C31-7C91-4B9F-92E6-8EEC657753D4}" type="parTrans" cxnId="{6FA7DFB5-4EB4-4244-B649-51005022BEEF}">
      <dgm:prSet/>
      <dgm:spPr/>
      <dgm:t>
        <a:bodyPr/>
        <a:lstStyle/>
        <a:p>
          <a:endParaRPr lang="en-US"/>
        </a:p>
      </dgm:t>
    </dgm:pt>
    <dgm:pt modelId="{8FAE2481-BA5E-4AB4-88FA-2C0949E8D85D}" type="sibTrans" cxnId="{6FA7DFB5-4EB4-4244-B649-51005022BE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B64FDB-5C99-4298-871A-6EBFAE4EAE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Data sources (e.g., files, databases)</a:t>
          </a:r>
          <a:endParaRPr lang="en-US" dirty="0"/>
        </a:p>
      </dgm:t>
    </dgm:pt>
    <dgm:pt modelId="{88E81656-0E56-471D-AD4A-C5B671E27833}" type="parTrans" cxnId="{DB203E95-1218-4E66-9291-4BDAABFCCD90}">
      <dgm:prSet/>
      <dgm:spPr/>
      <dgm:t>
        <a:bodyPr/>
        <a:lstStyle/>
        <a:p>
          <a:endParaRPr lang="en-US"/>
        </a:p>
      </dgm:t>
    </dgm:pt>
    <dgm:pt modelId="{3238B951-DC60-4F77-8CED-35EF2B9D10C9}" type="sibTrans" cxnId="{DB203E95-1218-4E66-9291-4BDAABFCCD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778A11-17DF-49FE-9039-8883A28C9E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Tools/functionalities (e.g., workflows, APIs)</a:t>
          </a:r>
          <a:endParaRPr lang="en-US"/>
        </a:p>
      </dgm:t>
    </dgm:pt>
    <dgm:pt modelId="{4149E2AD-6782-4EA7-8F77-C847F19BAC23}" type="parTrans" cxnId="{730F063E-3006-4216-8B27-D7212102900E}">
      <dgm:prSet/>
      <dgm:spPr/>
      <dgm:t>
        <a:bodyPr/>
        <a:lstStyle/>
        <a:p>
          <a:endParaRPr lang="en-US"/>
        </a:p>
      </dgm:t>
    </dgm:pt>
    <dgm:pt modelId="{A1EC7B40-BA81-4BC7-8BD9-53E2C85A6DAC}" type="sibTrans" cxnId="{730F063E-3006-4216-8B27-D721210290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7B3C7E4-FE0F-4CC8-BE71-C038AE6122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Workflows/prompts (templated interactions)</a:t>
          </a:r>
          <a:endParaRPr lang="en-US"/>
        </a:p>
      </dgm:t>
    </dgm:pt>
    <dgm:pt modelId="{B405C151-A057-4803-BAAE-FB0A9AACDFF8}" type="parTrans" cxnId="{D17AB744-F573-4312-B618-4C3F0F557CB1}">
      <dgm:prSet/>
      <dgm:spPr/>
      <dgm:t>
        <a:bodyPr/>
        <a:lstStyle/>
        <a:p>
          <a:endParaRPr lang="en-US"/>
        </a:p>
      </dgm:t>
    </dgm:pt>
    <dgm:pt modelId="{4D3B30E7-C9B0-468F-9216-B76E3C5D1B5E}" type="sibTrans" cxnId="{D17AB744-F573-4312-B618-4C3F0F557CB1}">
      <dgm:prSet/>
      <dgm:spPr/>
      <dgm:t>
        <a:bodyPr/>
        <a:lstStyle/>
        <a:p>
          <a:endParaRPr lang="en-US"/>
        </a:p>
      </dgm:t>
    </dgm:pt>
    <dgm:pt modelId="{3661931F-E6EC-4451-832F-58F88F2F8BDA}" type="pres">
      <dgm:prSet presAssocID="{2C758365-B2A0-4FFC-87D2-8793CE85D2BF}" presName="root" presStyleCnt="0">
        <dgm:presLayoutVars>
          <dgm:dir/>
          <dgm:resizeHandles val="exact"/>
        </dgm:presLayoutVars>
      </dgm:prSet>
      <dgm:spPr/>
    </dgm:pt>
    <dgm:pt modelId="{34F82BF5-217B-406E-9245-EE7B1FD0650F}" type="pres">
      <dgm:prSet presAssocID="{2C758365-B2A0-4FFC-87D2-8793CE85D2BF}" presName="container" presStyleCnt="0">
        <dgm:presLayoutVars>
          <dgm:dir/>
          <dgm:resizeHandles val="exact"/>
        </dgm:presLayoutVars>
      </dgm:prSet>
      <dgm:spPr/>
    </dgm:pt>
    <dgm:pt modelId="{B71E2A0B-6B71-4BA9-BDCA-4F0293D8E0E9}" type="pres">
      <dgm:prSet presAssocID="{D1929B2C-0FCC-4230-B9BF-9A87951D28F9}" presName="compNode" presStyleCnt="0"/>
      <dgm:spPr/>
    </dgm:pt>
    <dgm:pt modelId="{A42536C5-5DB9-4556-A089-FFD0107E0483}" type="pres">
      <dgm:prSet presAssocID="{D1929B2C-0FCC-4230-B9BF-9A87951D28F9}" presName="iconBgRect" presStyleLbl="bgShp" presStyleIdx="0" presStyleCnt="6"/>
      <dgm:spPr/>
    </dgm:pt>
    <dgm:pt modelId="{E8421592-7E44-4DCB-BE1D-C99F904F9F87}" type="pres">
      <dgm:prSet presAssocID="{D1929B2C-0FCC-4230-B9BF-9A87951D28F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AE17B6A-1F8A-477D-8F3B-D692F72D0225}" type="pres">
      <dgm:prSet presAssocID="{D1929B2C-0FCC-4230-B9BF-9A87951D28F9}" presName="spaceRect" presStyleCnt="0"/>
      <dgm:spPr/>
    </dgm:pt>
    <dgm:pt modelId="{5F1C3F3A-4053-4868-950D-36468990FD2B}" type="pres">
      <dgm:prSet presAssocID="{D1929B2C-0FCC-4230-B9BF-9A87951D28F9}" presName="textRect" presStyleLbl="revTx" presStyleIdx="0" presStyleCnt="6">
        <dgm:presLayoutVars>
          <dgm:chMax val="1"/>
          <dgm:chPref val="1"/>
        </dgm:presLayoutVars>
      </dgm:prSet>
      <dgm:spPr/>
    </dgm:pt>
    <dgm:pt modelId="{C4A19E68-37FE-4CD6-AE8E-D0BE08ECBB7F}" type="pres">
      <dgm:prSet presAssocID="{6E238D1A-B78E-4F44-9B71-2ABCA221DA24}" presName="sibTrans" presStyleLbl="sibTrans2D1" presStyleIdx="0" presStyleCnt="0"/>
      <dgm:spPr/>
    </dgm:pt>
    <dgm:pt modelId="{9BC0B3DB-2CA0-4E33-8C1D-3AC99987B5B2}" type="pres">
      <dgm:prSet presAssocID="{3D74A9AE-A5FF-4877-B923-5AF84633FE5A}" presName="compNode" presStyleCnt="0"/>
      <dgm:spPr/>
    </dgm:pt>
    <dgm:pt modelId="{DA318504-19C2-4958-AE32-5E61E9CD8A20}" type="pres">
      <dgm:prSet presAssocID="{3D74A9AE-A5FF-4877-B923-5AF84633FE5A}" presName="iconBgRect" presStyleLbl="bgShp" presStyleIdx="1" presStyleCnt="6"/>
      <dgm:spPr/>
    </dgm:pt>
    <dgm:pt modelId="{B584934B-BF1E-4131-B821-6A283185D966}" type="pres">
      <dgm:prSet presAssocID="{3D74A9AE-A5FF-4877-B923-5AF84633FE5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D7BB38A-E912-471E-B38F-6D8C40262521}" type="pres">
      <dgm:prSet presAssocID="{3D74A9AE-A5FF-4877-B923-5AF84633FE5A}" presName="spaceRect" presStyleCnt="0"/>
      <dgm:spPr/>
    </dgm:pt>
    <dgm:pt modelId="{A6E4E9F1-B6A8-4C74-AF9C-ED0BD2A406E4}" type="pres">
      <dgm:prSet presAssocID="{3D74A9AE-A5FF-4877-B923-5AF84633FE5A}" presName="textRect" presStyleLbl="revTx" presStyleIdx="1" presStyleCnt="6">
        <dgm:presLayoutVars>
          <dgm:chMax val="1"/>
          <dgm:chPref val="1"/>
        </dgm:presLayoutVars>
      </dgm:prSet>
      <dgm:spPr/>
    </dgm:pt>
    <dgm:pt modelId="{0B6BE715-B61E-4F6B-944F-E44993CE62C3}" type="pres">
      <dgm:prSet presAssocID="{3544597A-6CA4-4269-BCBC-77844D7C05BB}" presName="sibTrans" presStyleLbl="sibTrans2D1" presStyleIdx="0" presStyleCnt="0"/>
      <dgm:spPr/>
    </dgm:pt>
    <dgm:pt modelId="{959FAAE6-8ECF-4D76-8F40-90D430B368A2}" type="pres">
      <dgm:prSet presAssocID="{E8EE7638-DBE2-46C1-9A87-A4841BFB91F4}" presName="compNode" presStyleCnt="0"/>
      <dgm:spPr/>
    </dgm:pt>
    <dgm:pt modelId="{527045DA-C002-45F8-B9AC-12285059D2D3}" type="pres">
      <dgm:prSet presAssocID="{E8EE7638-DBE2-46C1-9A87-A4841BFB91F4}" presName="iconBgRect" presStyleLbl="bgShp" presStyleIdx="2" presStyleCnt="6"/>
      <dgm:spPr/>
    </dgm:pt>
    <dgm:pt modelId="{78218F2D-B441-4782-AAF0-AA281CB50A53}" type="pres">
      <dgm:prSet presAssocID="{E8EE7638-DBE2-46C1-9A87-A4841BFB91F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8EC1BCA-70EA-43A3-AA85-6B04A00CDB3E}" type="pres">
      <dgm:prSet presAssocID="{E8EE7638-DBE2-46C1-9A87-A4841BFB91F4}" presName="spaceRect" presStyleCnt="0"/>
      <dgm:spPr/>
    </dgm:pt>
    <dgm:pt modelId="{49E3E068-101B-46A9-A432-3CBABCEF38AF}" type="pres">
      <dgm:prSet presAssocID="{E8EE7638-DBE2-46C1-9A87-A4841BFB91F4}" presName="textRect" presStyleLbl="revTx" presStyleIdx="2" presStyleCnt="6">
        <dgm:presLayoutVars>
          <dgm:chMax val="1"/>
          <dgm:chPref val="1"/>
        </dgm:presLayoutVars>
      </dgm:prSet>
      <dgm:spPr/>
    </dgm:pt>
    <dgm:pt modelId="{A8FD6BA2-4479-4F68-8EED-B4FCF676823A}" type="pres">
      <dgm:prSet presAssocID="{8FAE2481-BA5E-4AB4-88FA-2C0949E8D85D}" presName="sibTrans" presStyleLbl="sibTrans2D1" presStyleIdx="0" presStyleCnt="0"/>
      <dgm:spPr/>
    </dgm:pt>
    <dgm:pt modelId="{E1F87EC6-28CA-42D3-9C3F-A615D3C8B445}" type="pres">
      <dgm:prSet presAssocID="{89B64FDB-5C99-4298-871A-6EBFAE4EAEE6}" presName="compNode" presStyleCnt="0"/>
      <dgm:spPr/>
    </dgm:pt>
    <dgm:pt modelId="{7B3B3CF6-47BA-4B3F-B1E5-C44A70609BD0}" type="pres">
      <dgm:prSet presAssocID="{89B64FDB-5C99-4298-871A-6EBFAE4EAEE6}" presName="iconBgRect" presStyleLbl="bgShp" presStyleIdx="3" presStyleCnt="6"/>
      <dgm:spPr/>
    </dgm:pt>
    <dgm:pt modelId="{13CD1AD5-14C5-465E-BF0E-E30E1B189316}" type="pres">
      <dgm:prSet presAssocID="{89B64FDB-5C99-4298-871A-6EBFAE4EAEE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43B2B18-8BFD-4A67-A0D9-AB520D50031F}" type="pres">
      <dgm:prSet presAssocID="{89B64FDB-5C99-4298-871A-6EBFAE4EAEE6}" presName="spaceRect" presStyleCnt="0"/>
      <dgm:spPr/>
    </dgm:pt>
    <dgm:pt modelId="{9C103C4B-8B0A-459B-A9AB-FD87DA2335DF}" type="pres">
      <dgm:prSet presAssocID="{89B64FDB-5C99-4298-871A-6EBFAE4EAEE6}" presName="textRect" presStyleLbl="revTx" presStyleIdx="3" presStyleCnt="6">
        <dgm:presLayoutVars>
          <dgm:chMax val="1"/>
          <dgm:chPref val="1"/>
        </dgm:presLayoutVars>
      </dgm:prSet>
      <dgm:spPr/>
    </dgm:pt>
    <dgm:pt modelId="{F8D2DA44-ACAB-4708-931A-8A34479655B1}" type="pres">
      <dgm:prSet presAssocID="{3238B951-DC60-4F77-8CED-35EF2B9D10C9}" presName="sibTrans" presStyleLbl="sibTrans2D1" presStyleIdx="0" presStyleCnt="0"/>
      <dgm:spPr/>
    </dgm:pt>
    <dgm:pt modelId="{A05603CF-71C4-43EF-BF50-6664115F977A}" type="pres">
      <dgm:prSet presAssocID="{89778A11-17DF-49FE-9039-8883A28C9EBD}" presName="compNode" presStyleCnt="0"/>
      <dgm:spPr/>
    </dgm:pt>
    <dgm:pt modelId="{BA7AFE8D-39BD-455B-BFC5-C574FADD8339}" type="pres">
      <dgm:prSet presAssocID="{89778A11-17DF-49FE-9039-8883A28C9EBD}" presName="iconBgRect" presStyleLbl="bgShp" presStyleIdx="4" presStyleCnt="6"/>
      <dgm:spPr/>
    </dgm:pt>
    <dgm:pt modelId="{EAAD3661-B00F-4CD7-8A17-D1E47F6CBBBF}" type="pres">
      <dgm:prSet presAssocID="{89778A11-17DF-49FE-9039-8883A28C9EB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98E0ACF-1370-4A45-864A-E67B5DEA9B1C}" type="pres">
      <dgm:prSet presAssocID="{89778A11-17DF-49FE-9039-8883A28C9EBD}" presName="spaceRect" presStyleCnt="0"/>
      <dgm:spPr/>
    </dgm:pt>
    <dgm:pt modelId="{4F103E2A-56CD-4630-B512-905C219D3C2F}" type="pres">
      <dgm:prSet presAssocID="{89778A11-17DF-49FE-9039-8883A28C9EBD}" presName="textRect" presStyleLbl="revTx" presStyleIdx="4" presStyleCnt="6">
        <dgm:presLayoutVars>
          <dgm:chMax val="1"/>
          <dgm:chPref val="1"/>
        </dgm:presLayoutVars>
      </dgm:prSet>
      <dgm:spPr/>
    </dgm:pt>
    <dgm:pt modelId="{0C9C8975-947F-4664-A247-0F4A3A9B51CE}" type="pres">
      <dgm:prSet presAssocID="{A1EC7B40-BA81-4BC7-8BD9-53E2C85A6DAC}" presName="sibTrans" presStyleLbl="sibTrans2D1" presStyleIdx="0" presStyleCnt="0"/>
      <dgm:spPr/>
    </dgm:pt>
    <dgm:pt modelId="{27572DE6-35D1-47ED-BEBD-1704C8225B98}" type="pres">
      <dgm:prSet presAssocID="{B7B3C7E4-FE0F-4CC8-BE71-C038AE6122DC}" presName="compNode" presStyleCnt="0"/>
      <dgm:spPr/>
    </dgm:pt>
    <dgm:pt modelId="{E201A0A0-9B3B-4A72-A024-2F52239CD7B7}" type="pres">
      <dgm:prSet presAssocID="{B7B3C7E4-FE0F-4CC8-BE71-C038AE6122DC}" presName="iconBgRect" presStyleLbl="bgShp" presStyleIdx="5" presStyleCnt="6"/>
      <dgm:spPr/>
    </dgm:pt>
    <dgm:pt modelId="{F8967AE0-A91A-4E15-8B6F-1118B5C00E5C}" type="pres">
      <dgm:prSet presAssocID="{B7B3C7E4-FE0F-4CC8-BE71-C038AE6122D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4D9793E-3C61-43FC-876D-315A6ADEE90E}" type="pres">
      <dgm:prSet presAssocID="{B7B3C7E4-FE0F-4CC8-BE71-C038AE6122DC}" presName="spaceRect" presStyleCnt="0"/>
      <dgm:spPr/>
    </dgm:pt>
    <dgm:pt modelId="{85DDE23F-D0D0-424C-B489-8109CE6FAD2C}" type="pres">
      <dgm:prSet presAssocID="{B7B3C7E4-FE0F-4CC8-BE71-C038AE6122D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59FB201-6559-407D-B18D-C7D97D452DB1}" type="presOf" srcId="{B7B3C7E4-FE0F-4CC8-BE71-C038AE6122DC}" destId="{85DDE23F-D0D0-424C-B489-8109CE6FAD2C}" srcOrd="0" destOrd="0" presId="urn:microsoft.com/office/officeart/2018/2/layout/IconCircleList"/>
    <dgm:cxn modelId="{398BE505-B1DA-4062-9EEE-0EE169191995}" srcId="{2C758365-B2A0-4FFC-87D2-8793CE85D2BF}" destId="{3D74A9AE-A5FF-4877-B923-5AF84633FE5A}" srcOrd="1" destOrd="0" parTransId="{8CA71D8E-BCBE-47BC-818F-15AD4CD87BE3}" sibTransId="{3544597A-6CA4-4269-BCBC-77844D7C05BB}"/>
    <dgm:cxn modelId="{75614D1A-6ADF-43A8-8019-7DF24C255899}" srcId="{2C758365-B2A0-4FFC-87D2-8793CE85D2BF}" destId="{D1929B2C-0FCC-4230-B9BF-9A87951D28F9}" srcOrd="0" destOrd="0" parTransId="{49782F94-3426-4F86-8212-599AF917B443}" sibTransId="{6E238D1A-B78E-4F44-9B71-2ABCA221DA24}"/>
    <dgm:cxn modelId="{991ECE1C-C460-4F70-9B40-AB221B746EDB}" type="presOf" srcId="{3D74A9AE-A5FF-4877-B923-5AF84633FE5A}" destId="{A6E4E9F1-B6A8-4C74-AF9C-ED0BD2A406E4}" srcOrd="0" destOrd="0" presId="urn:microsoft.com/office/officeart/2018/2/layout/IconCircleList"/>
    <dgm:cxn modelId="{31F12235-4EED-4392-8CEF-6DD8EA5A3512}" type="presOf" srcId="{2C758365-B2A0-4FFC-87D2-8793CE85D2BF}" destId="{3661931F-E6EC-4451-832F-58F88F2F8BDA}" srcOrd="0" destOrd="0" presId="urn:microsoft.com/office/officeart/2018/2/layout/IconCircleList"/>
    <dgm:cxn modelId="{730F063E-3006-4216-8B27-D7212102900E}" srcId="{2C758365-B2A0-4FFC-87D2-8793CE85D2BF}" destId="{89778A11-17DF-49FE-9039-8883A28C9EBD}" srcOrd="4" destOrd="0" parTransId="{4149E2AD-6782-4EA7-8F77-C847F19BAC23}" sibTransId="{A1EC7B40-BA81-4BC7-8BD9-53E2C85A6DAC}"/>
    <dgm:cxn modelId="{E4A71140-B101-4095-A1ED-CF4A7901EAA7}" type="presOf" srcId="{8FAE2481-BA5E-4AB4-88FA-2C0949E8D85D}" destId="{A8FD6BA2-4479-4F68-8EED-B4FCF676823A}" srcOrd="0" destOrd="0" presId="urn:microsoft.com/office/officeart/2018/2/layout/IconCircleList"/>
    <dgm:cxn modelId="{D17AB744-F573-4312-B618-4C3F0F557CB1}" srcId="{2C758365-B2A0-4FFC-87D2-8793CE85D2BF}" destId="{B7B3C7E4-FE0F-4CC8-BE71-C038AE6122DC}" srcOrd="5" destOrd="0" parTransId="{B405C151-A057-4803-BAAE-FB0A9AACDFF8}" sibTransId="{4D3B30E7-C9B0-468F-9216-B76E3C5D1B5E}"/>
    <dgm:cxn modelId="{6737A546-AAAB-446F-A98C-88BEE4C7B95B}" type="presOf" srcId="{D1929B2C-0FCC-4230-B9BF-9A87951D28F9}" destId="{5F1C3F3A-4053-4868-950D-36468990FD2B}" srcOrd="0" destOrd="0" presId="urn:microsoft.com/office/officeart/2018/2/layout/IconCircleList"/>
    <dgm:cxn modelId="{A3D4DF4D-C355-4E62-8F1D-21DBF2F195C8}" type="presOf" srcId="{A1EC7B40-BA81-4BC7-8BD9-53E2C85A6DAC}" destId="{0C9C8975-947F-4664-A247-0F4A3A9B51CE}" srcOrd="0" destOrd="0" presId="urn:microsoft.com/office/officeart/2018/2/layout/IconCircleList"/>
    <dgm:cxn modelId="{7E15945A-B558-4509-943A-BC9CADF17913}" type="presOf" srcId="{89778A11-17DF-49FE-9039-8883A28C9EBD}" destId="{4F103E2A-56CD-4630-B512-905C219D3C2F}" srcOrd="0" destOrd="0" presId="urn:microsoft.com/office/officeart/2018/2/layout/IconCircleList"/>
    <dgm:cxn modelId="{6BDD547E-3F5B-443B-A94D-425A5DFF22B7}" type="presOf" srcId="{3238B951-DC60-4F77-8CED-35EF2B9D10C9}" destId="{F8D2DA44-ACAB-4708-931A-8A34479655B1}" srcOrd="0" destOrd="0" presId="urn:microsoft.com/office/officeart/2018/2/layout/IconCircleList"/>
    <dgm:cxn modelId="{DB203E95-1218-4E66-9291-4BDAABFCCD90}" srcId="{2C758365-B2A0-4FFC-87D2-8793CE85D2BF}" destId="{89B64FDB-5C99-4298-871A-6EBFAE4EAEE6}" srcOrd="3" destOrd="0" parTransId="{88E81656-0E56-471D-AD4A-C5B671E27833}" sibTransId="{3238B951-DC60-4F77-8CED-35EF2B9D10C9}"/>
    <dgm:cxn modelId="{25D7E2A1-4AA5-466A-B8E9-340C8E244B83}" type="presOf" srcId="{E8EE7638-DBE2-46C1-9A87-A4841BFB91F4}" destId="{49E3E068-101B-46A9-A432-3CBABCEF38AF}" srcOrd="0" destOrd="0" presId="urn:microsoft.com/office/officeart/2018/2/layout/IconCircleList"/>
    <dgm:cxn modelId="{C5453AB4-C362-402D-8554-2A9BC5F62BBE}" type="presOf" srcId="{3544597A-6CA4-4269-BCBC-77844D7C05BB}" destId="{0B6BE715-B61E-4F6B-944F-E44993CE62C3}" srcOrd="0" destOrd="0" presId="urn:microsoft.com/office/officeart/2018/2/layout/IconCircleList"/>
    <dgm:cxn modelId="{6FA7DFB5-4EB4-4244-B649-51005022BEEF}" srcId="{2C758365-B2A0-4FFC-87D2-8793CE85D2BF}" destId="{E8EE7638-DBE2-46C1-9A87-A4841BFB91F4}" srcOrd="2" destOrd="0" parTransId="{48380C31-7C91-4B9F-92E6-8EEC657753D4}" sibTransId="{8FAE2481-BA5E-4AB4-88FA-2C0949E8D85D}"/>
    <dgm:cxn modelId="{94B2FDDB-5702-4A51-A978-F810DA7A1BF3}" type="presOf" srcId="{89B64FDB-5C99-4298-871A-6EBFAE4EAEE6}" destId="{9C103C4B-8B0A-459B-A9AB-FD87DA2335DF}" srcOrd="0" destOrd="0" presId="urn:microsoft.com/office/officeart/2018/2/layout/IconCircleList"/>
    <dgm:cxn modelId="{AF0E45F0-55CF-43FA-8826-55DB92EA6228}" type="presOf" srcId="{6E238D1A-B78E-4F44-9B71-2ABCA221DA24}" destId="{C4A19E68-37FE-4CD6-AE8E-D0BE08ECBB7F}" srcOrd="0" destOrd="0" presId="urn:microsoft.com/office/officeart/2018/2/layout/IconCircleList"/>
    <dgm:cxn modelId="{7CA23ABF-04F5-49DC-8DBC-4917492B8CC9}" type="presParOf" srcId="{3661931F-E6EC-4451-832F-58F88F2F8BDA}" destId="{34F82BF5-217B-406E-9245-EE7B1FD0650F}" srcOrd="0" destOrd="0" presId="urn:microsoft.com/office/officeart/2018/2/layout/IconCircleList"/>
    <dgm:cxn modelId="{285EB6AE-3DD2-4243-BBB1-61D5D4419267}" type="presParOf" srcId="{34F82BF5-217B-406E-9245-EE7B1FD0650F}" destId="{B71E2A0B-6B71-4BA9-BDCA-4F0293D8E0E9}" srcOrd="0" destOrd="0" presId="urn:microsoft.com/office/officeart/2018/2/layout/IconCircleList"/>
    <dgm:cxn modelId="{0B56B197-35D3-4185-90C1-ACD10E70A06E}" type="presParOf" srcId="{B71E2A0B-6B71-4BA9-BDCA-4F0293D8E0E9}" destId="{A42536C5-5DB9-4556-A089-FFD0107E0483}" srcOrd="0" destOrd="0" presId="urn:microsoft.com/office/officeart/2018/2/layout/IconCircleList"/>
    <dgm:cxn modelId="{B6DAB55F-7B30-44C2-B61B-D9A4A2F5B49E}" type="presParOf" srcId="{B71E2A0B-6B71-4BA9-BDCA-4F0293D8E0E9}" destId="{E8421592-7E44-4DCB-BE1D-C99F904F9F87}" srcOrd="1" destOrd="0" presId="urn:microsoft.com/office/officeart/2018/2/layout/IconCircleList"/>
    <dgm:cxn modelId="{10021013-EB5E-4182-B99D-FBB54926D1CD}" type="presParOf" srcId="{B71E2A0B-6B71-4BA9-BDCA-4F0293D8E0E9}" destId="{FAE17B6A-1F8A-477D-8F3B-D692F72D0225}" srcOrd="2" destOrd="0" presId="urn:microsoft.com/office/officeart/2018/2/layout/IconCircleList"/>
    <dgm:cxn modelId="{DF53E8CB-C4A9-4615-8274-B99C9D4EB011}" type="presParOf" srcId="{B71E2A0B-6B71-4BA9-BDCA-4F0293D8E0E9}" destId="{5F1C3F3A-4053-4868-950D-36468990FD2B}" srcOrd="3" destOrd="0" presId="urn:microsoft.com/office/officeart/2018/2/layout/IconCircleList"/>
    <dgm:cxn modelId="{FE8C017A-DB22-4E6E-ADF5-84FFC21E0BA9}" type="presParOf" srcId="{34F82BF5-217B-406E-9245-EE7B1FD0650F}" destId="{C4A19E68-37FE-4CD6-AE8E-D0BE08ECBB7F}" srcOrd="1" destOrd="0" presId="urn:microsoft.com/office/officeart/2018/2/layout/IconCircleList"/>
    <dgm:cxn modelId="{14F10CA8-AF52-4826-9C4C-F14156137DD8}" type="presParOf" srcId="{34F82BF5-217B-406E-9245-EE7B1FD0650F}" destId="{9BC0B3DB-2CA0-4E33-8C1D-3AC99987B5B2}" srcOrd="2" destOrd="0" presId="urn:microsoft.com/office/officeart/2018/2/layout/IconCircleList"/>
    <dgm:cxn modelId="{6B9FD5D3-D323-4485-A260-8703071F9A3A}" type="presParOf" srcId="{9BC0B3DB-2CA0-4E33-8C1D-3AC99987B5B2}" destId="{DA318504-19C2-4958-AE32-5E61E9CD8A20}" srcOrd="0" destOrd="0" presId="urn:microsoft.com/office/officeart/2018/2/layout/IconCircleList"/>
    <dgm:cxn modelId="{A355BC8D-AC80-4412-891B-9FA0C1859BFF}" type="presParOf" srcId="{9BC0B3DB-2CA0-4E33-8C1D-3AC99987B5B2}" destId="{B584934B-BF1E-4131-B821-6A283185D966}" srcOrd="1" destOrd="0" presId="urn:microsoft.com/office/officeart/2018/2/layout/IconCircleList"/>
    <dgm:cxn modelId="{AA6A8B91-4FA3-41AA-AB6D-F393E72BF891}" type="presParOf" srcId="{9BC0B3DB-2CA0-4E33-8C1D-3AC99987B5B2}" destId="{FD7BB38A-E912-471E-B38F-6D8C40262521}" srcOrd="2" destOrd="0" presId="urn:microsoft.com/office/officeart/2018/2/layout/IconCircleList"/>
    <dgm:cxn modelId="{3AD3FF8B-46E1-4560-B2EE-75A9D76A1DD8}" type="presParOf" srcId="{9BC0B3DB-2CA0-4E33-8C1D-3AC99987B5B2}" destId="{A6E4E9F1-B6A8-4C74-AF9C-ED0BD2A406E4}" srcOrd="3" destOrd="0" presId="urn:microsoft.com/office/officeart/2018/2/layout/IconCircleList"/>
    <dgm:cxn modelId="{3AD92DC5-B5EA-46A1-96AB-EAC4C84BB45A}" type="presParOf" srcId="{34F82BF5-217B-406E-9245-EE7B1FD0650F}" destId="{0B6BE715-B61E-4F6B-944F-E44993CE62C3}" srcOrd="3" destOrd="0" presId="urn:microsoft.com/office/officeart/2018/2/layout/IconCircleList"/>
    <dgm:cxn modelId="{1335084B-1A34-49EA-A29A-9BE5292BF234}" type="presParOf" srcId="{34F82BF5-217B-406E-9245-EE7B1FD0650F}" destId="{959FAAE6-8ECF-4D76-8F40-90D430B368A2}" srcOrd="4" destOrd="0" presId="urn:microsoft.com/office/officeart/2018/2/layout/IconCircleList"/>
    <dgm:cxn modelId="{21D7262A-CC1B-4DB2-BAB4-8070832A82B0}" type="presParOf" srcId="{959FAAE6-8ECF-4D76-8F40-90D430B368A2}" destId="{527045DA-C002-45F8-B9AC-12285059D2D3}" srcOrd="0" destOrd="0" presId="urn:microsoft.com/office/officeart/2018/2/layout/IconCircleList"/>
    <dgm:cxn modelId="{E58F66EA-8210-4A2B-9F4E-4C948D374B9F}" type="presParOf" srcId="{959FAAE6-8ECF-4D76-8F40-90D430B368A2}" destId="{78218F2D-B441-4782-AAF0-AA281CB50A53}" srcOrd="1" destOrd="0" presId="urn:microsoft.com/office/officeart/2018/2/layout/IconCircleList"/>
    <dgm:cxn modelId="{63788DE0-75E5-4973-829C-88308CEA9CC5}" type="presParOf" srcId="{959FAAE6-8ECF-4D76-8F40-90D430B368A2}" destId="{48EC1BCA-70EA-43A3-AA85-6B04A00CDB3E}" srcOrd="2" destOrd="0" presId="urn:microsoft.com/office/officeart/2018/2/layout/IconCircleList"/>
    <dgm:cxn modelId="{39CC8416-4751-4408-8B81-C8CD1331058F}" type="presParOf" srcId="{959FAAE6-8ECF-4D76-8F40-90D430B368A2}" destId="{49E3E068-101B-46A9-A432-3CBABCEF38AF}" srcOrd="3" destOrd="0" presId="urn:microsoft.com/office/officeart/2018/2/layout/IconCircleList"/>
    <dgm:cxn modelId="{3E3843E3-6541-4B81-8613-F5683034FBDB}" type="presParOf" srcId="{34F82BF5-217B-406E-9245-EE7B1FD0650F}" destId="{A8FD6BA2-4479-4F68-8EED-B4FCF676823A}" srcOrd="5" destOrd="0" presId="urn:microsoft.com/office/officeart/2018/2/layout/IconCircleList"/>
    <dgm:cxn modelId="{A2ACC527-C378-460A-BD98-EC1FDAC99F3C}" type="presParOf" srcId="{34F82BF5-217B-406E-9245-EE7B1FD0650F}" destId="{E1F87EC6-28CA-42D3-9C3F-A615D3C8B445}" srcOrd="6" destOrd="0" presId="urn:microsoft.com/office/officeart/2018/2/layout/IconCircleList"/>
    <dgm:cxn modelId="{2850100D-719F-4C0F-A3DA-043C86721088}" type="presParOf" srcId="{E1F87EC6-28CA-42D3-9C3F-A615D3C8B445}" destId="{7B3B3CF6-47BA-4B3F-B1E5-C44A70609BD0}" srcOrd="0" destOrd="0" presId="urn:microsoft.com/office/officeart/2018/2/layout/IconCircleList"/>
    <dgm:cxn modelId="{B6ED2245-1CE4-440A-B82D-4B92057FC932}" type="presParOf" srcId="{E1F87EC6-28CA-42D3-9C3F-A615D3C8B445}" destId="{13CD1AD5-14C5-465E-BF0E-E30E1B189316}" srcOrd="1" destOrd="0" presId="urn:microsoft.com/office/officeart/2018/2/layout/IconCircleList"/>
    <dgm:cxn modelId="{6B5BDD59-8E8A-43AD-A6BE-94D5F8B38338}" type="presParOf" srcId="{E1F87EC6-28CA-42D3-9C3F-A615D3C8B445}" destId="{043B2B18-8BFD-4A67-A0D9-AB520D50031F}" srcOrd="2" destOrd="0" presId="urn:microsoft.com/office/officeart/2018/2/layout/IconCircleList"/>
    <dgm:cxn modelId="{1E9A8F80-1ACF-4F77-B18E-70D388E47712}" type="presParOf" srcId="{E1F87EC6-28CA-42D3-9C3F-A615D3C8B445}" destId="{9C103C4B-8B0A-459B-A9AB-FD87DA2335DF}" srcOrd="3" destOrd="0" presId="urn:microsoft.com/office/officeart/2018/2/layout/IconCircleList"/>
    <dgm:cxn modelId="{0E527330-FB1E-4188-95D3-16E940F6B6A0}" type="presParOf" srcId="{34F82BF5-217B-406E-9245-EE7B1FD0650F}" destId="{F8D2DA44-ACAB-4708-931A-8A34479655B1}" srcOrd="7" destOrd="0" presId="urn:microsoft.com/office/officeart/2018/2/layout/IconCircleList"/>
    <dgm:cxn modelId="{698F4D71-B9E7-48CE-81DA-9D825FFFBC88}" type="presParOf" srcId="{34F82BF5-217B-406E-9245-EE7B1FD0650F}" destId="{A05603CF-71C4-43EF-BF50-6664115F977A}" srcOrd="8" destOrd="0" presId="urn:microsoft.com/office/officeart/2018/2/layout/IconCircleList"/>
    <dgm:cxn modelId="{914CF498-856B-4C9B-A9AD-8D65E5E8BB2F}" type="presParOf" srcId="{A05603CF-71C4-43EF-BF50-6664115F977A}" destId="{BA7AFE8D-39BD-455B-BFC5-C574FADD8339}" srcOrd="0" destOrd="0" presId="urn:microsoft.com/office/officeart/2018/2/layout/IconCircleList"/>
    <dgm:cxn modelId="{700E6D77-2997-4A78-AB61-3B435EC69B27}" type="presParOf" srcId="{A05603CF-71C4-43EF-BF50-6664115F977A}" destId="{EAAD3661-B00F-4CD7-8A17-D1E47F6CBBBF}" srcOrd="1" destOrd="0" presId="urn:microsoft.com/office/officeart/2018/2/layout/IconCircleList"/>
    <dgm:cxn modelId="{D97E84C5-20E5-404C-82ED-88B5F414760B}" type="presParOf" srcId="{A05603CF-71C4-43EF-BF50-6664115F977A}" destId="{A98E0ACF-1370-4A45-864A-E67B5DEA9B1C}" srcOrd="2" destOrd="0" presId="urn:microsoft.com/office/officeart/2018/2/layout/IconCircleList"/>
    <dgm:cxn modelId="{D917FC36-CE0C-4A5B-AD2B-77800C71C9A0}" type="presParOf" srcId="{A05603CF-71C4-43EF-BF50-6664115F977A}" destId="{4F103E2A-56CD-4630-B512-905C219D3C2F}" srcOrd="3" destOrd="0" presId="urn:microsoft.com/office/officeart/2018/2/layout/IconCircleList"/>
    <dgm:cxn modelId="{738311DA-C269-47AE-BC5B-ECA735EAF78B}" type="presParOf" srcId="{34F82BF5-217B-406E-9245-EE7B1FD0650F}" destId="{0C9C8975-947F-4664-A247-0F4A3A9B51CE}" srcOrd="9" destOrd="0" presId="urn:microsoft.com/office/officeart/2018/2/layout/IconCircleList"/>
    <dgm:cxn modelId="{C936D3AB-7E22-4914-9312-7A4B72CB5BED}" type="presParOf" srcId="{34F82BF5-217B-406E-9245-EE7B1FD0650F}" destId="{27572DE6-35D1-47ED-BEBD-1704C8225B98}" srcOrd="10" destOrd="0" presId="urn:microsoft.com/office/officeart/2018/2/layout/IconCircleList"/>
    <dgm:cxn modelId="{386A06EA-EE4C-4EFF-B0D5-918A5BFFD96A}" type="presParOf" srcId="{27572DE6-35D1-47ED-BEBD-1704C8225B98}" destId="{E201A0A0-9B3B-4A72-A024-2F52239CD7B7}" srcOrd="0" destOrd="0" presId="urn:microsoft.com/office/officeart/2018/2/layout/IconCircleList"/>
    <dgm:cxn modelId="{B08AAA9C-D621-4F81-9E70-7D7A70B5897A}" type="presParOf" srcId="{27572DE6-35D1-47ED-BEBD-1704C8225B98}" destId="{F8967AE0-A91A-4E15-8B6F-1118B5C00E5C}" srcOrd="1" destOrd="0" presId="urn:microsoft.com/office/officeart/2018/2/layout/IconCircleList"/>
    <dgm:cxn modelId="{6800CF90-58CD-4B1E-9795-E1AB6858BE74}" type="presParOf" srcId="{27572DE6-35D1-47ED-BEBD-1704C8225B98}" destId="{F4D9793E-3C61-43FC-876D-315A6ADEE90E}" srcOrd="2" destOrd="0" presId="urn:microsoft.com/office/officeart/2018/2/layout/IconCircleList"/>
    <dgm:cxn modelId="{2F2AF51C-5643-43FD-9E85-1997857A8346}" type="presParOf" srcId="{27572DE6-35D1-47ED-BEBD-1704C8225B98}" destId="{85DDE23F-D0D0-424C-B489-8109CE6FAD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536C5-5DB9-4556-A089-FFD0107E0483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21592-7E44-4DCB-BE1D-C99F904F9F87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C3F3A-4053-4868-950D-36468990FD2B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MCP is an open-source standard designed to connect AI applications.</a:t>
          </a:r>
          <a:endParaRPr lang="en-US" sz="1600" kern="1200" dirty="0"/>
        </a:p>
      </dsp:txBody>
      <dsp:txXfrm>
        <a:off x="1312541" y="828340"/>
        <a:ext cx="2148945" cy="911674"/>
      </dsp:txXfrm>
    </dsp:sp>
    <dsp:sp modelId="{DA318504-19C2-4958-AE32-5E61E9CD8A20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4934B-BF1E-4131-B821-6A283185D966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4E9F1-B6A8-4C74-AF9C-ED0BD2A406E4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Analogy: MCP is like a USB-C port for AI applications.</a:t>
          </a:r>
          <a:endParaRPr lang="en-US" sz="1600" kern="1200" dirty="0"/>
        </a:p>
      </dsp:txBody>
      <dsp:txXfrm>
        <a:off x="4942957" y="828340"/>
        <a:ext cx="2148945" cy="911674"/>
      </dsp:txXfrm>
    </dsp:sp>
    <dsp:sp modelId="{527045DA-C002-45F8-B9AC-12285059D2D3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218F2D-B441-4782-AAF0-AA281CB50A5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3E068-101B-46A9-A432-3CBABCEF38AF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Enables AI apps to access:</a:t>
          </a:r>
          <a:endParaRPr lang="en-US" sz="1600" kern="1200"/>
        </a:p>
      </dsp:txBody>
      <dsp:txXfrm>
        <a:off x="8573374" y="828340"/>
        <a:ext cx="2148945" cy="911674"/>
      </dsp:txXfrm>
    </dsp:sp>
    <dsp:sp modelId="{7B3B3CF6-47BA-4B3F-B1E5-C44A70609BD0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CD1AD5-14C5-465E-BF0E-E30E1B189316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03C4B-8B0A-459B-A9AB-FD87DA2335DF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Data sources (e.g., files, databases)</a:t>
          </a:r>
          <a:endParaRPr lang="en-US" sz="1600" kern="1200" dirty="0"/>
        </a:p>
      </dsp:txBody>
      <dsp:txXfrm>
        <a:off x="1312541" y="2452790"/>
        <a:ext cx="2148945" cy="911674"/>
      </dsp:txXfrm>
    </dsp:sp>
    <dsp:sp modelId="{BA7AFE8D-39BD-455B-BFC5-C574FADD8339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D3661-B00F-4CD7-8A17-D1E47F6CBBBF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03E2A-56CD-4630-B512-905C219D3C2F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Tools/functionalities (e.g., workflows, APIs)</a:t>
          </a:r>
          <a:endParaRPr lang="en-US" sz="1600" kern="1200"/>
        </a:p>
      </dsp:txBody>
      <dsp:txXfrm>
        <a:off x="4942957" y="2452790"/>
        <a:ext cx="2148945" cy="911674"/>
      </dsp:txXfrm>
    </dsp:sp>
    <dsp:sp modelId="{E201A0A0-9B3B-4A72-A024-2F52239CD7B7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67AE0-A91A-4E15-8B6F-1118B5C00E5C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DDE23F-D0D0-424C-B489-8109CE6FAD2C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Workflows/prompts (templated interactions)</a:t>
          </a:r>
          <a:endParaRPr lang="en-US" sz="1600" kern="1200"/>
        </a:p>
      </dsp:txBody>
      <dsp:txXfrm>
        <a:off x="8573374" y="2452790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B160-3064-2ED8-E520-AC3AE93AF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F6C43-93E6-B138-8D96-99DFAE166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67E2D-51FB-2939-0079-1CF35483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CC453-B94A-7DD9-5B90-9E6E8360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EF72-A647-4D5B-4CD8-FE4BE05A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26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3851-1443-E0F2-23EC-CD787B48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4EFE1-C44B-7445-9B69-9A4A4F6F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43E2-06D4-0F05-A3D8-D1BEDC72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80145-9B1D-FBED-8840-7CB9FF91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14AE-514C-F95E-7E2E-F45D8B17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850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46E8-9FBC-ED3C-4994-BCF0D57D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DDEF5-E3C8-9FED-8420-685F337E4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343EE-4818-E5BB-C9B8-C18FF5AC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6D462-5BC0-F3D7-1760-19606434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34BD-02F1-9723-A28A-61E67B70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32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8A6E-AAED-786A-9129-0FAE1346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71E7-2AAD-F2B4-8AB9-B0EF78020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D665B-805F-02EC-B9AC-1E166A9C9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9F19F-194B-A941-081C-4B0D185DD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41C81-9E63-0BD9-1514-45542770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E8408-826E-9A6A-4E42-73AD857E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55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D58E-0B43-8E3C-1F09-9870E7AB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1FC8-8607-B7B6-BA3D-901B268EC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73B9E-0401-7213-BC2A-E1E887F30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906C32-BE17-F8A4-2451-DE8E1E839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9582B-AC50-672F-B4D8-150AE232C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145F2-B98A-ACA9-7010-70196311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6EA71-E20A-CFFC-A81B-E0C4B914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877256-E8A0-0C20-4FA6-05B8F9BB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96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1570-8CA3-3139-5487-D78E8E8C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BAE6B-2B8B-9E69-7451-7A457837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08F80-B73C-5CBF-C03B-85215023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AC3FA-504B-3563-2B10-E726AE1F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99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0B22C-34E9-996E-1850-2909FE98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E6BE7-6A07-0886-958A-60C40740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EDE9B-7547-EADC-1986-4CC16ED3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82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5365-F295-04F1-AC4C-D4FF007A3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367E0-5784-D7CB-DBA9-F10255B2F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989B5-6217-725B-B7AD-E2D5BD4BC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A932E-D8B1-8A6F-562F-659E2C96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D76D3-E4FE-FC75-0583-D5CD4F5D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F1BCC-6850-B422-4126-41C57CDF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95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43C7-D6B1-F2FF-BB79-4AD5FE01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D28E1-95F0-9676-FC84-8866EC1B2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AEC9F-7FB0-17B5-A76A-3B88DC7C6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EFFF0-4C2F-FCFA-0D83-0C12FE9B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71C13-1467-3C5F-FCC3-5354C8DB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44B28-7E0A-F1E1-45FD-CCE54857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9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6C250-A304-2ED9-3727-0BADA99F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B49D1-6532-6C03-9C8C-882E21156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5BC53-CD09-A7A5-6E5B-2205A82E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E1EE1-761F-797B-2F34-43DDBC2D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AB44F-F9EF-6096-A372-848B4B62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9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47230-61CC-21E7-AEA2-8FDB903E5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939E9-60B5-A885-6424-2B31296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35924-9E0D-05B2-7281-CA3BBDFA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41496-E962-193E-8D77-29CAAE25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9C7E4-37D2-7ECC-3968-1ABA59BE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199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4A3A7-2A9E-DB08-0DC0-92F8301E7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48D71-35D9-492E-B3F9-B6414CB16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B77DD-7CC9-A61F-9B3A-1F080B91C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F3C41-DE80-4FA2-8C33-0AE27FBFF92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FE42-7529-2793-1C26-70E95BBD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96EFA-5EBE-507C-B0A1-C05C3D4D4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97EBC-771B-4429-B740-367EAA505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3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D593D-6A09-970C-08FA-C2C1D834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What is MCP?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897E23A5-E209-97C4-1FE1-1D9761C77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64193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652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C105A-301F-5CCC-00DF-A1E94D246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Context Protocol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Visual Guide to Model Context Protocol (MCP)">
            <a:extLst>
              <a:ext uri="{FF2B5EF4-FFF2-40B4-BE49-F238E27FC236}">
                <a16:creationId xmlns:a16="http://schemas.microsoft.com/office/drawing/2014/main" id="{D8DBCB0A-6B6E-6FF8-6E4F-6128B57D5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8932" y="961812"/>
            <a:ext cx="5307535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683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What is MCP?</vt:lpstr>
      <vt:lpstr>Model Context Protocol</vt:lpstr>
    </vt:vector>
  </TitlesOfParts>
  <Company>dentsu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Kulkarni</dc:creator>
  <cp:lastModifiedBy>Pavan Kulkarni</cp:lastModifiedBy>
  <cp:revision>1</cp:revision>
  <dcterms:created xsi:type="dcterms:W3CDTF">2025-11-18T06:20:45Z</dcterms:created>
  <dcterms:modified xsi:type="dcterms:W3CDTF">2025-12-08T09:11:27Z</dcterms:modified>
</cp:coreProperties>
</file>